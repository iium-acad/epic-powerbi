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10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08DCF-DDCA-0E09-2B8A-062E8C0164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17FE2A-8975-D998-C7BE-62B56E809B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83383-DED6-B19F-43BF-09D4B0B12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13C6-83C3-4266-8259-B1E164A94ADD}" type="datetimeFigureOut">
              <a:rPr lang="en-MY" smtClean="0"/>
              <a:t>13/11/2025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58B2A-F1FD-BA40-E496-6910A6D30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2530D1-1740-9623-3CEF-81428BADD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06E1-A721-459C-9D55-4E9798B8BF3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89987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CF0D8-8B39-F390-F1CD-F8BF89F8A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9E8A2-7265-C6C1-1828-65A706D8E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356DE-9754-527A-4F5A-A151D4146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13C6-83C3-4266-8259-B1E164A94ADD}" type="datetimeFigureOut">
              <a:rPr lang="en-MY" smtClean="0"/>
              <a:t>13/11/2025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1E01B-B491-9D20-842D-70B330DDD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D2450-204B-C657-B1A4-38C02A43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06E1-A721-459C-9D55-4E9798B8BF3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90759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15D99-0759-2AD8-8988-D4792373F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70716-7AE4-65C5-0561-FFAB6FBE7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49B86-E0D0-E53D-A495-CE2A57B0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13C6-83C3-4266-8259-B1E164A94ADD}" type="datetimeFigureOut">
              <a:rPr lang="en-MY" smtClean="0"/>
              <a:t>13/11/2025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6B810-3663-2BD5-1AFB-07EDC48A2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68EC3-86DD-5247-78F3-1A6034B05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06E1-A721-459C-9D55-4E9798B8BF3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38882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153A4-24F8-910E-4836-2E482D41C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03977-D35C-6173-E312-9B11771FA4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D278F1-5209-9AD7-D9F4-CB291EF77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34784-145A-22A7-4F4C-DE1D9F691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13C6-83C3-4266-8259-B1E164A94ADD}" type="datetimeFigureOut">
              <a:rPr lang="en-MY" smtClean="0"/>
              <a:t>13/11/2025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2AD0F2-992B-4E69-B3F9-A4CE36F6D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B5CEC4-F4AC-3338-EDD1-D93BA0847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06E1-A721-459C-9D55-4E9798B8BF3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50825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B3C07-E8D2-B887-8E02-4A9471EB8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F09C7-49D0-7DBB-89D2-80B4940B0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738C8-D5C9-BA24-161F-CE53B71FD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418942-6130-7FA3-AA84-D0DA55E985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8E5A49-8B86-5527-F53B-D2B39FA9F6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D5260-A6AC-765B-5B8C-B6709ADD7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13C6-83C3-4266-8259-B1E164A94ADD}" type="datetimeFigureOut">
              <a:rPr lang="en-MY" smtClean="0"/>
              <a:t>13/11/2025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6C92E-5E21-3F46-F973-83A16ADF7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78F07F-858D-B6D7-6265-EB6DDB5B2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06E1-A721-459C-9D55-4E9798B8BF3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67002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91C18-7188-0D43-AA6C-D8AB7F59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F46B44-A7FF-B8C2-DC58-845A9EE9C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13C6-83C3-4266-8259-B1E164A94ADD}" type="datetimeFigureOut">
              <a:rPr lang="en-MY" smtClean="0"/>
              <a:t>13/11/2025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646CD6-0F87-144D-B228-85C2B4055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C27DA2-C255-C729-4C77-8E573170A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06E1-A721-459C-9D55-4E9798B8BF3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8622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BE41CC-24F4-92A4-E7DE-88E8B282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13C6-83C3-4266-8259-B1E164A94ADD}" type="datetimeFigureOut">
              <a:rPr lang="en-MY" smtClean="0"/>
              <a:t>13/11/2025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86B20-0F03-74E7-B2ED-B869E0461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438F2-064C-27D3-B26E-BFD518281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06E1-A721-459C-9D55-4E9798B8BF3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82796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F1293-9049-96DA-C1F3-0C4BA4AAF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3CAAB-DD57-A5CE-CD46-563494FB8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B9A426-C1ED-D965-6C74-1FCA9CFD3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B112D-82F9-C8CF-479A-32EE64543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13C6-83C3-4266-8259-B1E164A94ADD}" type="datetimeFigureOut">
              <a:rPr lang="en-MY" smtClean="0"/>
              <a:t>13/11/2025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E1BFF-A36D-EC80-0473-105227ED5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946DB-21CA-D5FB-C9FF-CF0C8FAC6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06E1-A721-459C-9D55-4E9798B8BF3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997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32F80-28CC-1B42-A575-6AC8D5F20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7081C6-0D25-4EA5-0312-0DB2B8B31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4D2879-1289-EEE8-94A7-1AF6B401C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6C1AA3-4CB9-DE41-52F1-FC178377F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13C6-83C3-4266-8259-B1E164A94ADD}" type="datetimeFigureOut">
              <a:rPr lang="en-MY" smtClean="0"/>
              <a:t>13/11/2025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AEC032-62BC-3FEC-2CC8-1DF659DE9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E058AD-9EDE-6481-FC5F-7442F799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06E1-A721-459C-9D55-4E9798B8BF3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83493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04FFD-6F8E-8E70-1DC2-D871DFE00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57A2F-D0B7-4764-5091-2AD9B01E3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3E98A-1173-C850-14C5-C86A821A1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13C6-83C3-4266-8259-B1E164A94ADD}" type="datetimeFigureOut">
              <a:rPr lang="en-MY" smtClean="0"/>
              <a:t>13/11/2025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79557-665C-D900-D652-4250FFC5E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8273C9-CCBB-0E7F-0EC8-B21658EBC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06E1-A721-459C-9D55-4E9798B8BF3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76006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7EF715-29C1-3F5C-A833-30A0746285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45E62C-8C67-76C9-0E9B-72563E79A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85ED6-FC98-86EE-A6FD-183BE87CD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A13C6-83C3-4266-8259-B1E164A94ADD}" type="datetimeFigureOut">
              <a:rPr lang="en-MY" smtClean="0"/>
              <a:t>13/11/2025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A7C60-CD5C-80A5-785D-AE5FB7D80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6437F-CFED-2BE3-FA9E-7BE23C72F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06E1-A721-459C-9D55-4E9798B8BF3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4310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901B3-37B5-BDCC-4A03-F76987858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08642-3DDC-412B-A48E-844A03CD4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0976C-EB37-78BA-3A0B-D27DC071C3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0A13C6-83C3-4266-8259-B1E164A94ADD}" type="datetimeFigureOut">
              <a:rPr lang="en-MY" smtClean="0"/>
              <a:t>13/11/2025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BC902-C05C-DBDF-2B1C-19C70B8366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B1286-633C-E2F1-1995-2A1852CB52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1F06E1-A721-459C-9D55-4E9798B8BF3B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01776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1A5C3CB-B981-4A2C-7B4B-A1E45E07EC6F}"/>
              </a:ext>
            </a:extLst>
          </p:cNvPr>
          <p:cNvSpPr/>
          <p:nvPr/>
        </p:nvSpPr>
        <p:spPr>
          <a:xfrm>
            <a:off x="-514573" y="-412957"/>
            <a:ext cx="13221146" cy="7778397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2642F68-63ED-C35B-2617-A3A2DEB86556}"/>
              </a:ext>
            </a:extLst>
          </p:cNvPr>
          <p:cNvSpPr/>
          <p:nvPr/>
        </p:nvSpPr>
        <p:spPr>
          <a:xfrm>
            <a:off x="554977" y="-343556"/>
            <a:ext cx="13221146" cy="777839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3200" b="1" spc="600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4E31C5F-6D62-923B-F2F4-7CA2450A76B2}"/>
              </a:ext>
            </a:extLst>
          </p:cNvPr>
          <p:cNvSpPr/>
          <p:nvPr/>
        </p:nvSpPr>
        <p:spPr>
          <a:xfrm>
            <a:off x="1036320" y="76200"/>
            <a:ext cx="9113520" cy="807720"/>
          </a:xfrm>
          <a:prstGeom prst="roundRect">
            <a:avLst>
              <a:gd name="adj" fmla="val 44969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C07CB4-F2A9-5207-59B5-7B0A1E47878F}"/>
              </a:ext>
            </a:extLst>
          </p:cNvPr>
          <p:cNvSpPr/>
          <p:nvPr/>
        </p:nvSpPr>
        <p:spPr>
          <a:xfrm>
            <a:off x="1188720" y="-91440"/>
            <a:ext cx="9113520" cy="807720"/>
          </a:xfrm>
          <a:prstGeom prst="roundRect">
            <a:avLst>
              <a:gd name="adj" fmla="val 4496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3AAB31-D49C-B639-15AE-F533E869CC6E}"/>
              </a:ext>
            </a:extLst>
          </p:cNvPr>
          <p:cNvSpPr txBox="1"/>
          <p:nvPr/>
        </p:nvSpPr>
        <p:spPr>
          <a:xfrm>
            <a:off x="1600344" y="0"/>
            <a:ext cx="57504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600" b="1" spc="600" dirty="0"/>
              <a:t>Customer Analysis</a:t>
            </a:r>
          </a:p>
          <a:p>
            <a:endParaRPr lang="en-MY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0CD1AC-AC79-E231-2DEC-49E925442DE8}"/>
              </a:ext>
            </a:extLst>
          </p:cNvPr>
          <p:cNvSpPr txBox="1"/>
          <p:nvPr/>
        </p:nvSpPr>
        <p:spPr>
          <a:xfrm>
            <a:off x="7107484" y="138499"/>
            <a:ext cx="2486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spc="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Dashboard</a:t>
            </a:r>
          </a:p>
          <a:p>
            <a:endParaRPr lang="en-MY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D124D6-3AC2-BD3F-675C-242F810DAC18}"/>
              </a:ext>
            </a:extLst>
          </p:cNvPr>
          <p:cNvSpPr/>
          <p:nvPr/>
        </p:nvSpPr>
        <p:spPr>
          <a:xfrm>
            <a:off x="1014927" y="1136036"/>
            <a:ext cx="3382152" cy="807720"/>
          </a:xfrm>
          <a:prstGeom prst="roundRect">
            <a:avLst>
              <a:gd name="adj" fmla="val 44969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30020A1-63FC-A406-EDD7-13A6500F1397}"/>
              </a:ext>
            </a:extLst>
          </p:cNvPr>
          <p:cNvSpPr/>
          <p:nvPr/>
        </p:nvSpPr>
        <p:spPr>
          <a:xfrm>
            <a:off x="5312897" y="1145133"/>
            <a:ext cx="3382152" cy="807720"/>
          </a:xfrm>
          <a:prstGeom prst="roundRect">
            <a:avLst>
              <a:gd name="adj" fmla="val 44969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0AD964A-5E4E-4E35-3872-1BAECDC4FAE1}"/>
              </a:ext>
            </a:extLst>
          </p:cNvPr>
          <p:cNvSpPr/>
          <p:nvPr/>
        </p:nvSpPr>
        <p:spPr>
          <a:xfrm>
            <a:off x="9352610" y="1150787"/>
            <a:ext cx="2287307" cy="534711"/>
          </a:xfrm>
          <a:prstGeom prst="roundRect">
            <a:avLst>
              <a:gd name="adj" fmla="val 44969"/>
            </a:avLst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71B47DD-8AA5-F88F-4AD8-D935043C364D}"/>
              </a:ext>
            </a:extLst>
          </p:cNvPr>
          <p:cNvSpPr/>
          <p:nvPr/>
        </p:nvSpPr>
        <p:spPr>
          <a:xfrm>
            <a:off x="993350" y="2195872"/>
            <a:ext cx="6360352" cy="534711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CF53E45-197E-D133-5D2E-6A31C96B0752}"/>
              </a:ext>
            </a:extLst>
          </p:cNvPr>
          <p:cNvSpPr/>
          <p:nvPr/>
        </p:nvSpPr>
        <p:spPr>
          <a:xfrm>
            <a:off x="-514573" y="3406961"/>
            <a:ext cx="865093" cy="807720"/>
          </a:xfrm>
          <a:prstGeom prst="roundRect">
            <a:avLst>
              <a:gd name="adj" fmla="val 44969"/>
            </a:avLst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62297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AIMI SHAZWANI GHAZALI</dc:creator>
  <cp:lastModifiedBy>AIMI SHAZWANI GHAZALI</cp:lastModifiedBy>
  <cp:revision>2</cp:revision>
  <dcterms:created xsi:type="dcterms:W3CDTF">2025-11-13T09:26:45Z</dcterms:created>
  <dcterms:modified xsi:type="dcterms:W3CDTF">2025-11-13T10:31:44Z</dcterms:modified>
</cp:coreProperties>
</file>