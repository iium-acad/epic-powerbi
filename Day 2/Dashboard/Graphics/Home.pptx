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173B"/>
    <a:srgbClr val="022A72"/>
    <a:srgbClr val="022F80"/>
    <a:srgbClr val="033EA9"/>
    <a:srgbClr val="0116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49DFA-89BB-FF22-95C4-03D38E56D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13C22D-C1E4-D12E-0C35-91FC0F720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B5DE5-C2F0-A971-2EEA-6BEDA923E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3B5A9-4C24-4217-8D19-3C13610E9E38}" type="datetimeFigureOut">
              <a:rPr lang="en-MY" smtClean="0"/>
              <a:t>12/11/2025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91952-6853-0EAA-D13E-DA2026006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4BD3D-F6E2-7835-FC31-1EC1A93B3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250A-C606-45AF-BD04-3885B22108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21139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1F302-44F5-CFBE-41C7-1ABC92321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C8E2C-323F-A546-1DB4-2C6679AF4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5179D-D06A-FDF5-B624-2855E8B0B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3B5A9-4C24-4217-8D19-3C13610E9E38}" type="datetimeFigureOut">
              <a:rPr lang="en-MY" smtClean="0"/>
              <a:t>12/11/2025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6AD65-AFE3-DF4E-0526-C9AAE1F5B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30DF0-8BF1-53A3-C12E-A40035CAC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250A-C606-45AF-BD04-3885B22108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3352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5F3D2-4F1D-B55E-AC7A-CA8D742A7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47CF8-DA34-DD8C-734F-27DC3E7CE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92EFE-AF9B-E219-0A4E-79B5FCC09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3B5A9-4C24-4217-8D19-3C13610E9E38}" type="datetimeFigureOut">
              <a:rPr lang="en-MY" smtClean="0"/>
              <a:t>12/11/2025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823E2-C631-17EC-7459-F67C39FA2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C9D56-713E-7960-D0B1-C02BAA7F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250A-C606-45AF-BD04-3885B22108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21462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2C8D2-47C1-0831-E8F5-C4DAE5650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48154-636B-A287-7CAD-EF2E8BA7D0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8E896-A6EB-689F-67F0-FE2480A6D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61627-B51E-9622-06F4-3F673833E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3B5A9-4C24-4217-8D19-3C13610E9E38}" type="datetimeFigureOut">
              <a:rPr lang="en-MY" smtClean="0"/>
              <a:t>12/11/2025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E43AC-6FEF-1479-D737-B37909EBD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4A730-F7B1-6F0E-A736-F35E8585C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250A-C606-45AF-BD04-3885B22108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60274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9DA1-E0FA-655E-5708-A8C0EBD84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FB206-A741-8B1A-C769-1AB75BC21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598EEA-FE29-54BA-9572-9C50CD7C22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1993B3-1D66-21BD-5D50-0EF15AFB81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5B502E-6833-43AC-699E-BADDDEC36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B0B7AB-7447-5230-0BF7-9DCC52318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3B5A9-4C24-4217-8D19-3C13610E9E38}" type="datetimeFigureOut">
              <a:rPr lang="en-MY" smtClean="0"/>
              <a:t>12/11/2025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B749B9-3C46-81BA-D30C-D2A281CAE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98CB8D-07C1-01F4-CE49-591B3031D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250A-C606-45AF-BD04-3885B22108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92212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F6183-E71E-F422-0EA7-FF88D8C4C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F289E3-2E0D-8755-A59E-7CDBDED29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3B5A9-4C24-4217-8D19-3C13610E9E38}" type="datetimeFigureOut">
              <a:rPr lang="en-MY" smtClean="0"/>
              <a:t>12/11/2025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EEEFEB-498B-1FBE-8CD3-788C66B41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4699FA-6595-B40B-3E8D-E79CE7116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250A-C606-45AF-BD04-3885B22108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69819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F2E16F-D300-1EEA-2089-39EE8248C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3B5A9-4C24-4217-8D19-3C13610E9E38}" type="datetimeFigureOut">
              <a:rPr lang="en-MY" smtClean="0"/>
              <a:t>12/11/2025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F97327-AAB5-6AAC-E720-EAB38A97E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24FAC-6237-3617-D6C0-0BDAC3B47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250A-C606-45AF-BD04-3885B22108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14895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90C48-D665-EE0F-5673-5B4FEFF62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EDECD-7009-C271-7485-679995500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F9EE0E-4879-8C71-0181-B05296A62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702F2-9B39-05D7-D411-DC1F7D1C8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3B5A9-4C24-4217-8D19-3C13610E9E38}" type="datetimeFigureOut">
              <a:rPr lang="en-MY" smtClean="0"/>
              <a:t>12/11/2025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4566F-4E84-302E-E321-BA6AB4B92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4D156-AFDA-5586-1986-E219103AB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250A-C606-45AF-BD04-3885B22108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05068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704C-828E-397C-EAC7-A048B5FE1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71BFBD-D957-09A0-3F6E-ACEADEBF85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06958-27CD-DC27-2778-A719AA4EF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0CEFD6-D233-98FA-9633-F043F53E4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3B5A9-4C24-4217-8D19-3C13610E9E38}" type="datetimeFigureOut">
              <a:rPr lang="en-MY" smtClean="0"/>
              <a:t>12/11/2025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FFFF8-F353-63AA-FFFB-90B2230B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31176-6BBD-CDBB-212C-6016597E5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250A-C606-45AF-BD04-3885B22108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49764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2D0C8-8107-23E3-3852-530570392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8588C-3EA8-84B4-526F-0C62A553A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A4B0B-E9CB-8132-4B88-1B679B4B2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3B5A9-4C24-4217-8D19-3C13610E9E38}" type="datetimeFigureOut">
              <a:rPr lang="en-MY" smtClean="0"/>
              <a:t>12/11/2025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0F9C9-FC56-480D-2A75-82B045B8D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15C6C-19FA-3512-971C-5DAEE5919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250A-C606-45AF-BD04-3885B22108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99740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DD3D8F-5257-EE68-465F-C27E622E17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0032DD-4D09-DEA9-D67F-10BCCD2ED3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005DF-E8A2-92B6-64C3-22AA6A765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3B5A9-4C24-4217-8D19-3C13610E9E38}" type="datetimeFigureOut">
              <a:rPr lang="en-MY" smtClean="0"/>
              <a:t>12/11/2025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44C15-4234-74EB-78E5-B485D08EB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18086-42C2-F5AC-FE8D-547360475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250A-C606-45AF-BD04-3885B22108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13275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F3D302-E169-A502-1A47-6074174F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C4E49-1CBD-F56A-D588-F3CEFA0BD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ED346-5C46-854C-0AAE-DBBF14F0AC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F3B5A9-4C24-4217-8D19-3C13610E9E38}" type="datetimeFigureOut">
              <a:rPr lang="en-MY" smtClean="0"/>
              <a:t>12/11/2025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BC038-9C9E-E6F3-2286-936D0A077B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D9FA8-6C3E-0762-4376-BB93AE131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2F250A-C606-45AF-BD04-3885B221086E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41138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A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50E733B-2257-F13A-9DE2-A14C015E4430}"/>
              </a:ext>
            </a:extLst>
          </p:cNvPr>
          <p:cNvSpPr/>
          <p:nvPr/>
        </p:nvSpPr>
        <p:spPr>
          <a:xfrm>
            <a:off x="1288026" y="-1612688"/>
            <a:ext cx="9615948" cy="8396748"/>
          </a:xfrm>
          <a:prstGeom prst="ellipse">
            <a:avLst/>
          </a:prstGeom>
          <a:noFill/>
          <a:ln>
            <a:gradFill flip="none" rotWithShape="1">
              <a:gsLst>
                <a:gs pos="0">
                  <a:srgbClr val="AE173B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8100000" scaled="1"/>
              <a:tileRect/>
            </a:gradFill>
          </a:ln>
          <a:effectLst>
            <a:outerShdw blurRad="127000" dist="38100" dir="5400000" sx="103000" sy="103000" algn="ctr" rotWithShape="0">
              <a:schemeClr val="bg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7547E0B-8D90-C708-DB32-C691D4F89EA3}"/>
              </a:ext>
            </a:extLst>
          </p:cNvPr>
          <p:cNvSpPr/>
          <p:nvPr/>
        </p:nvSpPr>
        <p:spPr>
          <a:xfrm>
            <a:off x="2455606" y="-1158735"/>
            <a:ext cx="7280787" cy="6533537"/>
          </a:xfrm>
          <a:prstGeom prst="ellipse">
            <a:avLst/>
          </a:prstGeom>
          <a:noFill/>
          <a:ln>
            <a:gradFill flip="none" rotWithShape="1">
              <a:gsLst>
                <a:gs pos="0">
                  <a:srgbClr val="AE173B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8100000" scaled="1"/>
              <a:tileRect/>
            </a:gra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23A9274-9655-FE03-A59C-2C66EEE250F5}"/>
              </a:ext>
            </a:extLst>
          </p:cNvPr>
          <p:cNvSpPr/>
          <p:nvPr/>
        </p:nvSpPr>
        <p:spPr>
          <a:xfrm>
            <a:off x="3416630" y="-546380"/>
            <a:ext cx="5358737" cy="5308826"/>
          </a:xfrm>
          <a:prstGeom prst="ellipse">
            <a:avLst/>
          </a:prstGeom>
          <a:noFill/>
          <a:ln>
            <a:gradFill flip="none" rotWithShape="1">
              <a:gsLst>
                <a:gs pos="0">
                  <a:srgbClr val="AE173B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8100000" scaled="1"/>
              <a:tileRect/>
            </a:gra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D426D4C-C767-968C-7B4D-67980EACEF44}"/>
              </a:ext>
            </a:extLst>
          </p:cNvPr>
          <p:cNvSpPr/>
          <p:nvPr/>
        </p:nvSpPr>
        <p:spPr>
          <a:xfrm>
            <a:off x="1730800" y="1917186"/>
            <a:ext cx="1483859" cy="1447291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rgbClr val="AE173B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0" dist="38100" dir="5400000" sx="91000" sy="91000" algn="ctr" rotWithShape="0">
              <a:schemeClr val="bg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68C0801-401A-F934-76E1-7CB0C1BE67F0}"/>
              </a:ext>
            </a:extLst>
          </p:cNvPr>
          <p:cNvSpPr/>
          <p:nvPr/>
        </p:nvSpPr>
        <p:spPr>
          <a:xfrm>
            <a:off x="8961930" y="1917185"/>
            <a:ext cx="1483859" cy="1447291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rgbClr val="AE173B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0" dist="38100" dir="5400000" sx="91000" sy="91000" algn="ctr" rotWithShape="0">
              <a:schemeClr val="bg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76BF77-DE36-5AE3-F1BC-65E5C1F714D5}"/>
              </a:ext>
            </a:extLst>
          </p:cNvPr>
          <p:cNvSpPr/>
          <p:nvPr/>
        </p:nvSpPr>
        <p:spPr>
          <a:xfrm>
            <a:off x="3305265" y="4233689"/>
            <a:ext cx="1483859" cy="1447291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rgbClr val="AE173B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0" dist="38100" dir="5400000" sx="91000" sy="91000" algn="ctr" rotWithShape="0">
              <a:schemeClr val="bg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D05265F-A0F6-8350-72FF-9CBFCA31533C}"/>
              </a:ext>
            </a:extLst>
          </p:cNvPr>
          <p:cNvSpPr/>
          <p:nvPr/>
        </p:nvSpPr>
        <p:spPr>
          <a:xfrm>
            <a:off x="5531051" y="4859116"/>
            <a:ext cx="1483859" cy="1447291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rgbClr val="AE173B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0" dist="38100" dir="5400000" sx="91000" sy="91000" algn="ctr" rotWithShape="0">
              <a:schemeClr val="bg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CB50FD1-A2D0-B429-B93D-9759229313FD}"/>
              </a:ext>
            </a:extLst>
          </p:cNvPr>
          <p:cNvSpPr/>
          <p:nvPr/>
        </p:nvSpPr>
        <p:spPr>
          <a:xfrm>
            <a:off x="7858996" y="4038477"/>
            <a:ext cx="1483859" cy="1447291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rgbClr val="AE173B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0" dist="38100" dir="5400000" sx="91000" sy="91000" algn="ctr" rotWithShape="0">
              <a:schemeClr val="bg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9387D8D-BB35-9E00-2EE5-09539EDCCBCA}"/>
              </a:ext>
            </a:extLst>
          </p:cNvPr>
          <p:cNvSpPr>
            <a:spLocks noChangeAspect="1"/>
          </p:cNvSpPr>
          <p:nvPr/>
        </p:nvSpPr>
        <p:spPr>
          <a:xfrm>
            <a:off x="3358923" y="1133859"/>
            <a:ext cx="295276" cy="288000"/>
          </a:xfrm>
          <a:prstGeom prst="ellipse">
            <a:avLst/>
          </a:prstGeom>
          <a:solidFill>
            <a:srgbClr val="FF0000"/>
          </a:solidFill>
          <a:ln w="762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E5E18AB-764C-5BF1-2A86-36384F0635BB}"/>
              </a:ext>
            </a:extLst>
          </p:cNvPr>
          <p:cNvSpPr>
            <a:spLocks noChangeAspect="1"/>
          </p:cNvSpPr>
          <p:nvPr/>
        </p:nvSpPr>
        <p:spPr>
          <a:xfrm>
            <a:off x="9108242" y="3557476"/>
            <a:ext cx="295276" cy="288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BA76F97-ECF7-7D2D-F66C-3E77BFCF6D45}"/>
              </a:ext>
            </a:extLst>
          </p:cNvPr>
          <p:cNvSpPr>
            <a:spLocks noChangeAspect="1"/>
          </p:cNvSpPr>
          <p:nvPr/>
        </p:nvSpPr>
        <p:spPr>
          <a:xfrm>
            <a:off x="9408583" y="992454"/>
            <a:ext cx="295276" cy="288000"/>
          </a:xfrm>
          <a:prstGeom prst="ellipse">
            <a:avLst/>
          </a:prstGeom>
          <a:solidFill>
            <a:srgbClr val="FF0000"/>
          </a:solidFill>
          <a:ln w="762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F905E4F-D5DD-FCFB-B44E-8A81B88E9D72}"/>
              </a:ext>
            </a:extLst>
          </p:cNvPr>
          <p:cNvSpPr>
            <a:spLocks noChangeAspect="1"/>
          </p:cNvSpPr>
          <p:nvPr/>
        </p:nvSpPr>
        <p:spPr>
          <a:xfrm>
            <a:off x="2821483" y="3557476"/>
            <a:ext cx="295276" cy="288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7D0FD1F-9B20-30DA-5D27-2B64559BC206}"/>
              </a:ext>
            </a:extLst>
          </p:cNvPr>
          <p:cNvCxnSpPr>
            <a:cxnSpLocks/>
            <a:stCxn id="7" idx="1"/>
            <a:endCxn id="8" idx="7"/>
          </p:cNvCxnSpPr>
          <p:nvPr/>
        </p:nvCxnSpPr>
        <p:spPr>
          <a:xfrm flipH="1">
            <a:off x="2997353" y="1256086"/>
            <a:ext cx="2107972" cy="873051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F4AE68A-78F9-4342-40FC-7DE3DFC84E03}"/>
              </a:ext>
            </a:extLst>
          </p:cNvPr>
          <p:cNvCxnSpPr>
            <a:cxnSpLocks/>
            <a:stCxn id="7" idx="2"/>
            <a:endCxn id="8" idx="6"/>
          </p:cNvCxnSpPr>
          <p:nvPr/>
        </p:nvCxnSpPr>
        <p:spPr>
          <a:xfrm flipH="1">
            <a:off x="3214659" y="2412124"/>
            <a:ext cx="1418211" cy="228708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1EEE2E9-D795-195F-84C0-9BAE18CB463B}"/>
              </a:ext>
            </a:extLst>
          </p:cNvPr>
          <p:cNvCxnSpPr>
            <a:cxnSpLocks/>
            <a:stCxn id="7" idx="3"/>
            <a:endCxn id="8" idx="5"/>
          </p:cNvCxnSpPr>
          <p:nvPr/>
        </p:nvCxnSpPr>
        <p:spPr>
          <a:xfrm flipH="1" flipV="1">
            <a:off x="2997353" y="3152526"/>
            <a:ext cx="2107972" cy="415636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AD40711-2BB6-3C61-7091-532D2A195ECE}"/>
              </a:ext>
            </a:extLst>
          </p:cNvPr>
          <p:cNvCxnSpPr>
            <a:cxnSpLocks/>
            <a:stCxn id="7" idx="7"/>
            <a:endCxn id="9" idx="1"/>
          </p:cNvCxnSpPr>
          <p:nvPr/>
        </p:nvCxnSpPr>
        <p:spPr>
          <a:xfrm>
            <a:off x="7386540" y="1256086"/>
            <a:ext cx="1792696" cy="873050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5C2D21D-3BCC-2117-129B-99D69D52BC7F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>
            <a:off x="7858995" y="2412124"/>
            <a:ext cx="1102935" cy="228707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5E705DB-9D95-7A92-6506-A4DF7D1FAF47}"/>
              </a:ext>
            </a:extLst>
          </p:cNvPr>
          <p:cNvCxnSpPr>
            <a:cxnSpLocks/>
            <a:stCxn id="7" idx="5"/>
            <a:endCxn id="9" idx="3"/>
          </p:cNvCxnSpPr>
          <p:nvPr/>
        </p:nvCxnSpPr>
        <p:spPr>
          <a:xfrm flipV="1">
            <a:off x="7386540" y="3152525"/>
            <a:ext cx="1792696" cy="415637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0276661-4E92-257C-DDA0-010075AC479C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>
            <a:off x="6245933" y="4047008"/>
            <a:ext cx="27048" cy="812108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4866D11-F5D8-B42B-EE54-BB2C381543A9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5105325" y="3568162"/>
            <a:ext cx="643032" cy="1502905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50A3AC6-3D6D-B01B-F573-782067BF5EAB}"/>
              </a:ext>
            </a:extLst>
          </p:cNvPr>
          <p:cNvCxnSpPr>
            <a:cxnSpLocks/>
            <a:stCxn id="7" idx="5"/>
            <a:endCxn id="11" idx="7"/>
          </p:cNvCxnSpPr>
          <p:nvPr/>
        </p:nvCxnSpPr>
        <p:spPr>
          <a:xfrm flipH="1">
            <a:off x="6797604" y="3568162"/>
            <a:ext cx="588936" cy="1502905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233746E-ACC3-1CD9-C6B5-C9BC16CF8A1B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flipH="1">
            <a:off x="4047195" y="2412124"/>
            <a:ext cx="585675" cy="1821565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3EC0A54-EEB2-B65F-06D3-1F9AAFED8109}"/>
              </a:ext>
            </a:extLst>
          </p:cNvPr>
          <p:cNvCxnSpPr>
            <a:cxnSpLocks/>
            <a:stCxn id="7" idx="4"/>
            <a:endCxn id="10" idx="6"/>
          </p:cNvCxnSpPr>
          <p:nvPr/>
        </p:nvCxnSpPr>
        <p:spPr>
          <a:xfrm flipH="1">
            <a:off x="4789124" y="4047008"/>
            <a:ext cx="1456809" cy="910327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157BBC5-9AD7-C881-4CAD-EC6408BD89E3}"/>
              </a:ext>
            </a:extLst>
          </p:cNvPr>
          <p:cNvCxnSpPr>
            <a:cxnSpLocks/>
            <a:stCxn id="7" idx="3"/>
            <a:endCxn id="10" idx="7"/>
          </p:cNvCxnSpPr>
          <p:nvPr/>
        </p:nvCxnSpPr>
        <p:spPr>
          <a:xfrm flipH="1">
            <a:off x="4571818" y="3568162"/>
            <a:ext cx="533507" cy="877478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51B76D2-81C7-4952-00D7-B29AAC39257C}"/>
              </a:ext>
            </a:extLst>
          </p:cNvPr>
          <p:cNvCxnSpPr>
            <a:cxnSpLocks/>
            <a:stCxn id="7" idx="5"/>
            <a:endCxn id="12" idx="1"/>
          </p:cNvCxnSpPr>
          <p:nvPr/>
        </p:nvCxnSpPr>
        <p:spPr>
          <a:xfrm>
            <a:off x="7386540" y="3568162"/>
            <a:ext cx="689762" cy="682266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5457B5E-0B68-4423-6DD6-287B716E454F}"/>
              </a:ext>
            </a:extLst>
          </p:cNvPr>
          <p:cNvCxnSpPr>
            <a:cxnSpLocks/>
            <a:stCxn id="7" idx="6"/>
            <a:endCxn id="12" idx="0"/>
          </p:cNvCxnSpPr>
          <p:nvPr/>
        </p:nvCxnSpPr>
        <p:spPr>
          <a:xfrm>
            <a:off x="7858995" y="2412124"/>
            <a:ext cx="741931" cy="1626353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AD62418-BBFA-C79D-93B5-C6073AE70DF9}"/>
              </a:ext>
            </a:extLst>
          </p:cNvPr>
          <p:cNvCxnSpPr>
            <a:cxnSpLocks/>
            <a:stCxn id="7" idx="4"/>
            <a:endCxn id="12" idx="2"/>
          </p:cNvCxnSpPr>
          <p:nvPr/>
        </p:nvCxnSpPr>
        <p:spPr>
          <a:xfrm>
            <a:off x="6245933" y="4047008"/>
            <a:ext cx="1613063" cy="715115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ADD4BCE-3435-BF4C-50AF-AC628273D5E7}"/>
              </a:ext>
            </a:extLst>
          </p:cNvPr>
          <p:cNvCxnSpPr>
            <a:stCxn id="11" idx="3"/>
          </p:cNvCxnSpPr>
          <p:nvPr/>
        </p:nvCxnSpPr>
        <p:spPr>
          <a:xfrm>
            <a:off x="5748357" y="6094456"/>
            <a:ext cx="347641" cy="763544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E58802A-501D-3BA2-3FEE-3C196B663C48}"/>
              </a:ext>
            </a:extLst>
          </p:cNvPr>
          <p:cNvCxnSpPr/>
          <p:nvPr/>
        </p:nvCxnSpPr>
        <p:spPr>
          <a:xfrm flipH="1">
            <a:off x="6245932" y="6306407"/>
            <a:ext cx="551672" cy="551593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436072E-991E-540D-192D-083C6E297B18}"/>
              </a:ext>
            </a:extLst>
          </p:cNvPr>
          <p:cNvCxnSpPr>
            <a:stCxn id="8" idx="3"/>
            <a:endCxn id="4" idx="3"/>
          </p:cNvCxnSpPr>
          <p:nvPr/>
        </p:nvCxnSpPr>
        <p:spPr>
          <a:xfrm>
            <a:off x="1948106" y="3152526"/>
            <a:ext cx="748143" cy="2401859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FA14CC0-F4C9-6CA8-05C5-BE943C9DFED5}"/>
              </a:ext>
            </a:extLst>
          </p:cNvPr>
          <p:cNvCxnSpPr>
            <a:stCxn id="4" idx="3"/>
            <a:endCxn id="10" idx="3"/>
          </p:cNvCxnSpPr>
          <p:nvPr/>
        </p:nvCxnSpPr>
        <p:spPr>
          <a:xfrm flipV="1">
            <a:off x="2696249" y="5469029"/>
            <a:ext cx="826322" cy="85356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F900649-9AA2-3401-8FED-2734F979A86A}"/>
              </a:ext>
            </a:extLst>
          </p:cNvPr>
          <p:cNvCxnSpPr>
            <a:stCxn id="10" idx="4"/>
            <a:endCxn id="4" idx="4"/>
          </p:cNvCxnSpPr>
          <p:nvPr/>
        </p:nvCxnSpPr>
        <p:spPr>
          <a:xfrm>
            <a:off x="4047195" y="5680980"/>
            <a:ext cx="2048805" cy="1103080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8D80747-CB62-B7EB-6761-CC89A40705A2}"/>
              </a:ext>
            </a:extLst>
          </p:cNvPr>
          <p:cNvCxnSpPr>
            <a:cxnSpLocks/>
            <a:stCxn id="4" idx="4"/>
            <a:endCxn id="12" idx="4"/>
          </p:cNvCxnSpPr>
          <p:nvPr/>
        </p:nvCxnSpPr>
        <p:spPr>
          <a:xfrm flipV="1">
            <a:off x="6096000" y="5485768"/>
            <a:ext cx="2504926" cy="1298292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5C9192E-5073-BD38-493E-B26F91E5ADFD}"/>
              </a:ext>
            </a:extLst>
          </p:cNvPr>
          <p:cNvCxnSpPr>
            <a:cxnSpLocks/>
            <a:endCxn id="4" idx="5"/>
          </p:cNvCxnSpPr>
          <p:nvPr/>
        </p:nvCxnSpPr>
        <p:spPr>
          <a:xfrm>
            <a:off x="9179236" y="5374802"/>
            <a:ext cx="316515" cy="179583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965171E-57D8-96E0-CC05-74DE3568D753}"/>
              </a:ext>
            </a:extLst>
          </p:cNvPr>
          <p:cNvCxnSpPr>
            <a:stCxn id="9" idx="4"/>
            <a:endCxn id="4" idx="5"/>
          </p:cNvCxnSpPr>
          <p:nvPr/>
        </p:nvCxnSpPr>
        <p:spPr>
          <a:xfrm flipH="1">
            <a:off x="9495751" y="3364476"/>
            <a:ext cx="208109" cy="2189909"/>
          </a:xfrm>
          <a:prstGeom prst="line">
            <a:avLst/>
          </a:prstGeom>
          <a:ln w="6350">
            <a:gradFill>
              <a:gsLst>
                <a:gs pos="0">
                  <a:schemeClr val="bg1">
                    <a:alpha val="10000"/>
                    <a:lumMod val="5000"/>
                    <a:lumOff val="95000"/>
                  </a:schemeClr>
                </a:gs>
                <a:gs pos="54000">
                  <a:srgbClr val="AE173B">
                    <a:alpha val="40000"/>
                  </a:srgbClr>
                </a:gs>
                <a:gs pos="100000">
                  <a:schemeClr val="accent1">
                    <a:lumMod val="30000"/>
                    <a:lumOff val="70000"/>
                    <a:alpha val="5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5BB95FE-38BC-1C15-F36F-A830E6F80E8E}"/>
              </a:ext>
            </a:extLst>
          </p:cNvPr>
          <p:cNvSpPr/>
          <p:nvPr/>
        </p:nvSpPr>
        <p:spPr>
          <a:xfrm>
            <a:off x="4632870" y="777240"/>
            <a:ext cx="3226125" cy="3269768"/>
          </a:xfrm>
          <a:prstGeom prst="ellipse">
            <a:avLst/>
          </a:prstGeom>
          <a:solidFill>
            <a:schemeClr val="bg1"/>
          </a:solidFill>
          <a:ln>
            <a:gradFill>
              <a:gsLst>
                <a:gs pos="0">
                  <a:srgbClr val="AE173B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0" dist="38100" dir="5400000" algn="ctr" rotWithShape="0">
              <a:schemeClr val="bg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88" name="Arrow: Right 87">
            <a:extLst>
              <a:ext uri="{FF2B5EF4-FFF2-40B4-BE49-F238E27FC236}">
                <a16:creationId xmlns:a16="http://schemas.microsoft.com/office/drawing/2014/main" id="{945DE956-F0F0-DE3D-050D-5C68C1E90B9A}"/>
              </a:ext>
            </a:extLst>
          </p:cNvPr>
          <p:cNvSpPr/>
          <p:nvPr/>
        </p:nvSpPr>
        <p:spPr>
          <a:xfrm>
            <a:off x="2916945" y="4859116"/>
            <a:ext cx="279667" cy="288000"/>
          </a:xfrm>
          <a:prstGeom prst="rightArrow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89" name="Arrow: Right 88">
            <a:extLst>
              <a:ext uri="{FF2B5EF4-FFF2-40B4-BE49-F238E27FC236}">
                <a16:creationId xmlns:a16="http://schemas.microsoft.com/office/drawing/2014/main" id="{49160403-C1AE-8721-C265-5C1F544321B4}"/>
              </a:ext>
            </a:extLst>
          </p:cNvPr>
          <p:cNvSpPr/>
          <p:nvPr/>
        </p:nvSpPr>
        <p:spPr>
          <a:xfrm>
            <a:off x="1369580" y="2521490"/>
            <a:ext cx="279667" cy="288000"/>
          </a:xfrm>
          <a:prstGeom prst="rightArrow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90" name="Arrow: Right 89">
            <a:extLst>
              <a:ext uri="{FF2B5EF4-FFF2-40B4-BE49-F238E27FC236}">
                <a16:creationId xmlns:a16="http://schemas.microsoft.com/office/drawing/2014/main" id="{9F78610E-4336-EBCF-EF33-486789FBAC1D}"/>
              </a:ext>
            </a:extLst>
          </p:cNvPr>
          <p:cNvSpPr/>
          <p:nvPr/>
        </p:nvSpPr>
        <p:spPr>
          <a:xfrm rot="10800000">
            <a:off x="9474993" y="4731678"/>
            <a:ext cx="279667" cy="288000"/>
          </a:xfrm>
          <a:prstGeom prst="rightArrow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94" name="Arrow: Right 93">
            <a:extLst>
              <a:ext uri="{FF2B5EF4-FFF2-40B4-BE49-F238E27FC236}">
                <a16:creationId xmlns:a16="http://schemas.microsoft.com/office/drawing/2014/main" id="{F63C4239-C2C3-E707-A670-FC5D7C2C9EC1}"/>
              </a:ext>
            </a:extLst>
          </p:cNvPr>
          <p:cNvSpPr/>
          <p:nvPr/>
        </p:nvSpPr>
        <p:spPr>
          <a:xfrm>
            <a:off x="5201175" y="5811301"/>
            <a:ext cx="279667" cy="288000"/>
          </a:xfrm>
          <a:prstGeom prst="rightArrow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95" name="Arrow: Right 94">
            <a:extLst>
              <a:ext uri="{FF2B5EF4-FFF2-40B4-BE49-F238E27FC236}">
                <a16:creationId xmlns:a16="http://schemas.microsoft.com/office/drawing/2014/main" id="{EFC52DB0-1677-FFC8-90DF-25C6ED7E8699}"/>
              </a:ext>
            </a:extLst>
          </p:cNvPr>
          <p:cNvSpPr/>
          <p:nvPr/>
        </p:nvSpPr>
        <p:spPr>
          <a:xfrm rot="10800000">
            <a:off x="10562601" y="2571249"/>
            <a:ext cx="279667" cy="288000"/>
          </a:xfrm>
          <a:prstGeom prst="rightArrow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379837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AIMI SHAZWANI GHAZALI</dc:creator>
  <cp:lastModifiedBy>AIMI SHAZWANI GHAZALI</cp:lastModifiedBy>
  <cp:revision>3</cp:revision>
  <dcterms:created xsi:type="dcterms:W3CDTF">2025-11-12T03:41:03Z</dcterms:created>
  <dcterms:modified xsi:type="dcterms:W3CDTF">2025-11-12T04:22:04Z</dcterms:modified>
</cp:coreProperties>
</file>